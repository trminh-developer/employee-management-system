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DC30-2D72-8A8B-7047-E05A234BA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3B079-2F48-E869-BEB0-585F09E78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0AAB3-1535-6846-B2F5-4F70847A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17ED0-D333-B933-0751-2C60C34A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F4C3D-9E4A-654C-0A79-70D54630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4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09E6-3912-035F-B862-C8C2EDE3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4E29-71F0-016E-532A-28927394E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E3679-FA4C-FB7D-3A9F-C4E33C75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262D-1DF0-9480-F6B2-30411242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F758C-916A-7F34-5EE8-E0896909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68A6-8F8D-0E9D-2464-E3E308D9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239C0-DACB-751F-BE40-8D38D9648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50198-C5B6-26B3-DBA2-40D0FE9D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4DB36-3127-D0D3-A89F-8EAE9751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DA66F-423B-00B0-49ED-07A85C48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67D0-9ECB-C342-C9EC-30DB4A18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41C6B-DC8C-49D9-D683-981BAC0B8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EC66C-4E63-EFE3-1938-E7B2A5C37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D6363-CC45-F108-5A10-FC22B4C4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5BCDE-F535-8057-7A18-22EEB200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652CF-4316-E694-E065-08EB02E1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5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43FF-585F-4A0D-4817-B7909F18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3D71B-69CB-A037-16DD-9515B98FA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F5173-805A-19A1-FEBC-4D8CAE497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9CEFF-32E4-78F8-FA0C-4F94A8FEF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EB336-0BDC-9A5D-C7A1-575BC048B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594BE-CE88-74B4-54CF-910153C3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FDC71A-B736-5660-E107-C22DF19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957E3-81E7-B069-831F-A4BF07C1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7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6F5B-4086-F687-B477-3BF1705A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CBAD5-5E93-4905-E2F8-B178CB4A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848CB-EFBE-7EA1-77D2-9D8519EB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CE5FA-9B20-FBDD-A097-6C543569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1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783C6E-38AF-F215-450D-93950DA8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E59D9-B575-E16A-D47A-DBCE6BA4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BC3EC-DE02-3154-F70E-CD2E9872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1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8839-129C-3022-B44A-5A667991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7FD3-6005-B6D8-ED21-8D30B16B6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CE15F-B8BF-8953-DFE0-58348FB00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1417-8E5A-A960-9463-887D6AAE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7ECFA-7F7D-B58A-44FF-E007C67C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7CABD-E885-1699-369C-C724D51A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2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411F-7877-81CD-9AD3-520B0FFB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EE523-2846-1788-0844-9B38964980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261B2-BB2D-EBE9-A285-D310E097A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EA96F-216C-C713-0921-C84DD40A5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63199-62AB-3F9D-DC62-374D8679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75365-950F-7453-3B69-87B90D51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5CB4-15A2-A50D-729E-3060D2E8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4E416-117F-8459-FADF-503E77ECC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767A7-2305-D6D4-74CF-B77EA798D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446AE-A843-F2FA-40B4-6239275D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E1773-E656-60AB-8A33-A5864143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4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B5E94-5C35-8C0C-F180-8177DAA27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CC508-BAA5-8980-DD31-CCD042DC5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F2B5-72F7-4763-CB44-6500198C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28CD8-E6D2-59BB-2088-C99ED225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489B3-F725-B59F-CB13-CD7BFF5A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3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6C276-D741-92E5-D2B5-0DCAD9A0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536F9-6243-0AB2-0A12-8B9C76474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95419-469D-80DB-5014-C6EB17126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A2018-53F2-4E14-83C6-E8D109380B29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BB4AA-C384-30A7-D21F-244BC52B9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2541E-FC92-0726-DCA6-2B02B5AA6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91FF1-E924-4D25-9272-820561F7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0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9965-C891-6FC8-1512-723C04178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9158D-92F6-8C88-9EA0-703B9C26E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4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Đức Minh</dc:creator>
  <cp:lastModifiedBy>Trần Đức Minh</cp:lastModifiedBy>
  <cp:revision>1</cp:revision>
  <dcterms:created xsi:type="dcterms:W3CDTF">2026-10-20T00:55:21Z</dcterms:created>
  <dcterms:modified xsi:type="dcterms:W3CDTF">2026-10-20T00:55:35Z</dcterms:modified>
</cp:coreProperties>
</file>